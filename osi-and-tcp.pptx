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0" y="0"/>
          <a:ext cx="12193905" cy="70637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438400"/>
                <a:gridCol w="2438400"/>
                <a:gridCol w="2440305"/>
                <a:gridCol w="2438400"/>
                <a:gridCol w="2438400"/>
              </a:tblGrid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OSI Model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Layer Number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TCP/IP Layer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Other Protocol</a:t>
                      </a:r>
                      <a:endParaRPr lang="en-US" altLang="ko-KR" sz="32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Alligator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Application</a:t>
                      </a:r>
                      <a:endParaRPr lang="en-US" altLang="ko-KR" sz="3200"/>
                    </a:p>
                  </a:txBody>
                  <a:tcPr marL="91440" marR="91440"/>
                </a:tc>
                <a:tc row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L7(Firewall)</a:t>
                      </a:r>
                      <a:endParaRPr lang="en-US" altLang="ko-KR" sz="3200"/>
                    </a:p>
                  </a:txBody>
                  <a:tcPr marL="91440" marR="91440"/>
                </a:tc>
                <a:tc row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HTTP</a:t>
                      </a:r>
                      <a:endParaRPr lang="en-US" altLang="ko-KR" sz="3200"/>
                    </a:p>
                  </a:txBody>
                  <a:tcPr marL="91440" marR="91440"/>
                </a:tc>
                <a:tc row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HTTPS, FTP, Telnet, SSH, DNS,..</a:t>
                      </a:r>
                      <a:endParaRPr lang="en-US" altLang="ko-KR" sz="32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Pet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Presentation</a:t>
                      </a:r>
                      <a:endParaRPr lang="en-US" altLang="ko-KR" sz="3200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Steve’s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Session</a:t>
                      </a:r>
                      <a:endParaRPr lang="en-US" altLang="ko-KR" sz="3200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Touch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Transport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L4(NAT)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TCP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UDP, ICMP(?)</a:t>
                      </a:r>
                      <a:endParaRPr lang="en-US" altLang="ko-KR" sz="32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Not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Network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L3(Router)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IP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IP6, ARP(?),..</a:t>
                      </a:r>
                      <a:endParaRPr lang="en-US" altLang="ko-KR" sz="32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Do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Data Link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L2(Switch)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Ethernet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PPP, HDLC,..</a:t>
                      </a:r>
                      <a:endParaRPr lang="en-US" altLang="ko-KR" sz="32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Please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Physical</a:t>
                      </a:r>
                      <a:endParaRPr lang="en-US" altLang="ko-KR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3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3200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42</ep:Words>
  <ep:PresentationFormat>화면 슬라이드 쇼(4:3)</ep:PresentationFormat>
  <ep:Paragraphs>0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2026-03-18T07:43:02.720</dcterms:created>
  <dc:creator>8624p</dc:creator>
  <cp:lastModifiedBy>8624p</cp:lastModifiedBy>
  <dcterms:modified xsi:type="dcterms:W3CDTF">2026-03-18T08:46:37.333</dcterms:modified>
  <cp:revision>13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